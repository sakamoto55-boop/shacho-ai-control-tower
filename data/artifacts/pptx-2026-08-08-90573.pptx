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資金予測（円）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資金予測（円）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現在</c:v>
                  </c:pt>
                  <c:pt idx="1">
                    <c:v>30日</c:v>
                  </c:pt>
                  <c:pt idx="2">
                    <c:v>60日</c:v>
                  </c:pt>
                  <c:pt idx="3">
                    <c:v>90日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17500000</c:v>
                </c:pt>
                <c:pt idx="1">
                  <c:v>14950000</c:v>
                </c:pt>
                <c:pt idx="2">
                  <c:v>10675000</c:v>
                </c:pt>
                <c:pt idx="3">
                  <c:v>10675000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経営会議資料 — グループ全体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BD8"/>
                </a:solidFill>
              </a:rPr>
              <a:t>基準日 2026-08-08 / LCC COMMAND生成（数値は決定論エンジン）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8"/>
                </a:solidFill>
              </a:rPr>
              <a:t>経営サマリー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当月売上 18,000,000円 / 着地予測 24,875,000円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受注残 20,675,000円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全社予測粗利率 27.3%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重大Alert 0件 / 警告 6件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8"/>
                </a:solidFill>
              </a:rPr>
              <a:t>資金状況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現預金 17,500,000円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30日後 14,950,000円 / 60日後 10,675,000円 / 90日後 10,675,000円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期間中最低残高 10,675,000円（2026-09-30）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309360" y="128016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789A"/>
                </a:solidFill>
              </a:rPr>
              <a:t>銀行データ未接続のため登録済み口座残高ベース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228"/>
                </a:solidFill>
              </a:rPr>
              <a:t>要対応事項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当月売上着地が目標比-7.2%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A案件（出雲市 旧社屋解体工事） の予測粗利が35.0%→24.8%へ低下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問い合わせ39時間未対応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完工未請求: B案件（松江市 外構工事）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入金期日6日超過: 山陰開発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[WARNING] 金額不一致: 松江ハウジング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2026-08-08T11:52:31Z</dcterms:created>
  <dcterms:modified xsi:type="dcterms:W3CDTF">2026-08-08T11:52:31Z</dcterms:modified>
</cp:coreProperties>
</file>